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4"/><Relationship Id="rId3" Type="http://schemas.openxmlformats.org/officeDocument/2006/relationships/video" Target="../media/media11.mp4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4"/><Relationship Id="rId3" Type="http://schemas.openxmlformats.org/officeDocument/2006/relationships/video" Target="../media/media12.mp4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4"/><Relationship Id="rId3" Type="http://schemas.openxmlformats.org/officeDocument/2006/relationships/video" Target="../media/media13.mp4"/><Relationship Id="rId4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4"/><Relationship Id="rId3" Type="http://schemas.openxmlformats.org/officeDocument/2006/relationships/video" Target="../media/media14.mp4"/><Relationship Id="rId4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4"/><Relationship Id="rId3" Type="http://schemas.openxmlformats.org/officeDocument/2006/relationships/video" Target="../media/media15.mp4"/><Relationship Id="rId4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4"/><Relationship Id="rId3" Type="http://schemas.openxmlformats.org/officeDocument/2006/relationships/video" Target="../media/media16.mp4"/><Relationship Id="rId4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4"/><Relationship Id="rId3" Type="http://schemas.openxmlformats.org/officeDocument/2006/relationships/video" Target="../media/media17.mp4"/><Relationship Id="rId4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8.mp4"/><Relationship Id="rId3" Type="http://schemas.openxmlformats.org/officeDocument/2006/relationships/video" Target="../media/media18.mp4"/><Relationship Id="rId4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9.mp4"/><Relationship Id="rId3" Type="http://schemas.openxmlformats.org/officeDocument/2006/relationships/video" Target="../media/media19.mp4"/><Relationship Id="rId4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0.mp4"/><Relationship Id="rId3" Type="http://schemas.openxmlformats.org/officeDocument/2006/relationships/video" Target="../media/media20.mp4"/><Relationship Id="rId4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1.mp4"/><Relationship Id="rId3" Type="http://schemas.openxmlformats.org/officeDocument/2006/relationships/video" Target="../media/media21.mp4"/><Relationship Id="rId4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2.mp4"/><Relationship Id="rId3" Type="http://schemas.openxmlformats.org/officeDocument/2006/relationships/video" Target="../media/media22.mp4"/><Relationship Id="rId4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3.mp4"/><Relationship Id="rId3" Type="http://schemas.openxmlformats.org/officeDocument/2006/relationships/video" Target="../media/media23.mp4"/><Relationship Id="rId4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4.mp4"/><Relationship Id="rId3" Type="http://schemas.openxmlformats.org/officeDocument/2006/relationships/video" Target="../media/media24.mp4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34431e04502d6d93a79f7514e21e975a6a88c18e13b2f6243d600de1b8a4cd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b99ea8452769e7a4fab3ddf647546ba8876ded4dd12aedf339a29b79cca005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7de5e28cad05596ecedf0a2266ff85736b470724b36e2e7e7d869d6aa7960f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60f34c1f7f3ed477d7bf72e2f57890f4c96aa009d9be4c508b03610d155eb7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9748f6e3b319a6fbbd9c11140c75a3934b605c13dd1a9ae1448aa976ef54b9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bd3ec8e028e33040c60867a0e1b19b6f42c937c82ad06feb8941e9af03544b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a0be5cf7ac335fc9d84dd151a25269b96c1d5aa0d8981dceba7140be4ee650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71770cd3040f89fb3fded13b8bfcea3a1e0197f511694c5b5cea235292dbc0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68421e81e312d96add0f9a24900121bc671d8a8f1f878f7d3348d127b0067a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44e33d0d7237c2f1ae6c4ab8addd9e35c58c1bcbe87f1f4962f44968cd0a33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549c8a4cd494b611186cd5af39965ca48b5a073311d387708a16097a9fff3f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ea7f2b3965af306256e98e6a367d23b24af3e066ecf0e19cdf1b8843168c19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380fd8b9230e5e88eeca8c815bede5ecd0099a400060d7fea51b6fa9af72bf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9f5de60ffe015d2b101197c92164bdddbaaf93bec8b49e7dd36acb6d7d84c9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138649f93580e3f77658a6bba07e5b50bdf260cca08ce40b4b622da0eeadfe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572a4265d2741c307a0b3a377779493ef4a3da19752a407ae4ffa7d89a6cb2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d04ac63f1713cac7f21f922cc4e10ae5627d6174017e8175f21287c6bd6299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91173a129f2045e2f66a5530e16cda76b063567c145a2ee4606d5ff381be3f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2e27d382d788d371c5d5f4ca766505073993569cf26c5960e7261c58aed202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4b5ff2fbe59f5a5591777b0dbeb68b0c3f73e032f3982c4c5afea6323b02e07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104566d8cb20176dd7d010056d103a7864505624844159912b6f1002133cce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2fc475ae76b96941f101ffdca9b78ed31dbeefe5aaf0b4da1c8addd7546ae3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634617eced88fd517eb2943a9dd4ab3ae519b00dcaa227e0e57819fc60746f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bcbf0d868171c77ca384a52d4159ad73d89e1a1b15b012ce667fc172067853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